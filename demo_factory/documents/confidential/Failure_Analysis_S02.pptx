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S02 positioning warnings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08:00</c:v>
                </c:pt>
                <c:pt idx="1">
                  <c:v>08:11</c:v>
                </c:pt>
                <c:pt idx="2">
                  <c:v>08:22</c:v>
                </c:pt>
                <c:pt idx="3">
                  <c:v>08:33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Failure Analysis S02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FA-322 | FACTORY-DEMO-01 | Classification: CONFIDENTIAL | Revision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S02 positioning warnings</a:t>
            </a:r>
          </a:p>
          <a:p>
            <a:r>
              <a:t>Affected products: P4801, P4802, P4805, P4811</a:t>
            </a:r>
          </a:p>
          <a:p>
            <a:r>
              <a:t>Related code: POSITION-ENC-02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03920" y="173736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Four warnings in 33 minutes</a:t>
            </a:r>
          </a:p>
          <a:p/>
          <a:p>
            <a:r>
              <a:t>Pattern indicates a station condition, not isolated product variation.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Affected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P4801 | 08:00</a:t>
            </a:r>
          </a:p>
          <a:p>
            <a:r>
              <a:t>P4802 | 08:11</a:t>
            </a:r>
          </a:p>
          <a:p>
            <a:r>
              <a:t>P4805 | 08:22</a:t>
            </a:r>
          </a:p>
          <a:p>
            <a:r>
              <a:t>P4811 | 08:33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08:35 E-STOP-17 escalation</a:t>
            </a:r>
          </a:p>
          <a:p>
            <a:r>
              <a:t>09:01 encoder replacement</a:t>
            </a:r>
          </a:p>
          <a:p>
            <a:r>
              <a:t>09:02 homing</a:t>
            </a:r>
          </a:p>
          <a:p>
            <a:r>
              <a:t>09:03 dry cycle</a:t>
            </a:r>
          </a:p>
          <a:p>
            <a:r>
              <a:t>09:04 inspection verification</a:t>
            </a:r>
          </a:p>
          <a:p>
            <a:r>
              <a:t>09:05 return to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Encoder feedback drift caused unstable positioning reference</a:t>
            </a:r>
          </a:p>
          <a:p>
            <a:r>
              <a:t>No restricted process recipe change was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encoder</a:t>
            </a:r>
          </a:p>
          <a:p>
            <a:r>
              <a:t>Home station</a:t>
            </a:r>
          </a:p>
          <a:p>
            <a:r>
              <a:t>Perform dry cycle</a:t>
            </a:r>
          </a:p>
          <a:p>
            <a:r>
              <a:t>Verify inspection</a:t>
            </a:r>
          </a:p>
          <a:p>
            <a:r>
              <a:t>Return to service with closed work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Reference deviation reduced from 0.84 mm to 0.06 mm</a:t>
            </a:r>
          </a:p>
          <a:p>
            <a:r>
              <a:t>No repeat POSITION-ENC-02 after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