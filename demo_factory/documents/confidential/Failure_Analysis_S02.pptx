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Failure Analysis S02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P4801 P4802 P4805 P4811 repeated station failure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