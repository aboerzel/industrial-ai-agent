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S04 Quality Inspection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QI-104 | FACTORY-DEMO-01 | Classification: PUBLIC | Revision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quality decision overview for FACTORY-DEMO-01.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S04 evaluates assembled product condition against approved inspection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Receive product -&gt; inspect -&gt; accept or reject -&gt; record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Accepted products continue to S05 Packaging.</a:t>
            </a:r>
          </a:p>
          <a:p>
            <a:r>
              <a:t>Rejected products are routed for controlled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