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S04 Quality Inspection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QUALITY-09 inspection decision flow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